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Lowongan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Full Time</c:v>
                  </c:pt>
                  <c:pt idx="1">
                    <c:v>Contract/Temp</c:v>
                  </c:pt>
                  <c:pt idx="2">
                    <c:v>Part Time</c:v>
                  </c:pt>
                  <c:pt idx="3">
                    <c:v>Other</c:v>
                  </c:pt>
                  <c:pt idx="4">
                    <c:v>Per Diem</c:v>
                  </c:pt>
                  <c:pt idx="5">
                    <c:v>Intern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17166</c:v>
                </c:pt>
                <c:pt idx="1">
                  <c:v>1762</c:v>
                </c:pt>
                <c:pt idx="2">
                  <c:v>813</c:v>
                </c:pt>
                <c:pt idx="3">
                  <c:v>148</c:v>
                </c:pt>
                <c:pt idx="4">
                  <c:v>65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Lowongan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TX</c:v>
                  </c:pt>
                  <c:pt idx="1">
                    <c:v>OH</c:v>
                  </c:pt>
                  <c:pt idx="2">
                    <c:v>CA</c:v>
                  </c:pt>
                  <c:pt idx="3">
                    <c:v>FL</c:v>
                  </c:pt>
                  <c:pt idx="4">
                    <c:v>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2792</c:v>
                </c:pt>
                <c:pt idx="1">
                  <c:v>2059</c:v>
                </c:pt>
                <c:pt idx="2">
                  <c:v>1597</c:v>
                </c:pt>
                <c:pt idx="3">
                  <c:v>815</c:v>
                </c:pt>
                <c:pt idx="4">
                  <c:v>813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943600" cy="5943600"/>
          </a:xfrm>
          <a:prstGeom prst="ellipse">
            <a:avLst/>
          </a:prstGeom>
          <a:solidFill>
            <a:srgbClr val="3E668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E8871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INDUSTRI — JUNIOR DATA ANALYST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Data Mentah ke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Siap Analisis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Mingguan – Minggu 3: Data Cleaning &amp; Preparation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00584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Monster.com Job Sample — 22.000 lowongan kerja di Amerika Serikat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F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Diajukan oleh Junior Data Analyst kepada Tim Data Analyst Senior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ini merangkum 4 dokumen kerja sepanjang Minggu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Dokumentasi Mingguan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365760"/>
          </a:xfrm>
          <a:prstGeom prst="roundRect">
            <a:avLst>
              <a:gd name="adj" fmla="val 125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Data Audit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kondisi awal: jumlah baris/kolom, missing value, duplikat, tipe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82880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057400"/>
            <a:ext cx="640080" cy="365760"/>
          </a:xfrm>
          <a:prstGeom prst="roundRect">
            <a:avLst>
              <a:gd name="adj" fmla="val 125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Log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40233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tiap masalah: drop, fillna, dan penghapusan duplikat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2057400"/>
            <a:ext cx="640080" cy="365760"/>
          </a:xfrm>
          <a:prstGeom prst="roundRect">
            <a:avLst>
              <a:gd name="adj" fmla="val 125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Standardization 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Penyeragaman job_type, trim spasi, rename kolom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0" y="182880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7F8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6880" y="2057400"/>
            <a:ext cx="640080" cy="365760"/>
          </a:xfrm>
          <a:prstGeom prst="roundRect">
            <a:avLst>
              <a:gd name="adj" fmla="val 1250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057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0" y="26060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Documentation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0" y="40233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2 kolom baru untuk analisis lanjutan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Dokumen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Gambaran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lowongan kerja hasil scraping dari Monster.com, mencakup posisi, perusahaan, lokasi, gaji, dan deskripsi pekerjaan di seluruh Amerika Serikat.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6888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09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data (lowongan kerja)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2331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46888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3209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data mentah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46888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3209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Berasal dari jobs.monster.com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0" y="2331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81160" y="246888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81160" y="3209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pengumpulan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Kolom Utama dalam Dataset Mentah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 – posisi pekerjaan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– nama perusahaan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– kota &amp; negara bagian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Job_Type – status kerja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– informasi gaji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5394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– sektor industri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5394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 – detail tugas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32520" y="5394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Date_Added – tanggal posting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Permasalahan yang Ditemukan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Initial Data Audit terhadap 22.000 baris data mentah (Hari Senin)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– Salary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18.554 baris tidak mencantumkan gaji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20116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21488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27889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– Date Added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07992" y="31821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21.878 baris tanpa tanggal posting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10144" y="201168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21488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2.037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93024" y="27889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Tersembunyi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93024" y="31821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Lowongan sama diposting berulang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519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Inkonsistensi Job_Type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 penulisan untuk makna yang sama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4114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42519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07992" y="489204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Valid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07992" y="528523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kolom Location bukan format lokasi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10144" y="4114800"/>
            <a:ext cx="3502152" cy="1874520"/>
          </a:xfrm>
          <a:prstGeom prst="roundRect">
            <a:avLst>
              <a:gd name="adj" fmla="val 3415"/>
            </a:avLst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8193024" y="42519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193024" y="489204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Kurang Berguna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93024" y="528523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seragam di hampir seluruh baris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Log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yang diterapkan untuk setiap permasalahan (Hari Selasa)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19659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108813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date_added (21.878 baris / 99,4%)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0" y="24231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kolom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8152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salary (18.554 baris / 84,3%)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0" y="308152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“Not Disclosed”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108813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73989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organization (6.867 baris)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55280" y="3739896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9826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sector (5.194 baris)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439826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“Unknown”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56632"/>
            <a:ext cx="10881360" cy="65836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5663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job_type (1.628 baris)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505663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Mode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7150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Job (job_title+organization+location sama, 2.037 baris)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57150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(keep first)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6373368"/>
            <a:ext cx="10881360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Log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Langkah-Langkah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berjalan bertahap dari Senin hingga Kamis, masing-masing dengan output terverifikasi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999232"/>
            <a:ext cx="10149840" cy="4572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274320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719072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61188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3749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Awal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1832" y="42062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missing value, duplikat, tipe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274320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334256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361188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3749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&amp; Duplikat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7016" y="42062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fillna kolom kritis, hapus 2.037 duplikat tersembunyi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274320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7608" y="361188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749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2062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Job_Type 39→6 kategori, trim spasi, rename kolom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64624" y="2743200"/>
            <a:ext cx="585216" cy="58521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2" name="Text 20"/>
          <p:cNvSpPr/>
          <p:nvPr/>
        </p:nvSpPr>
        <p:spPr>
          <a:xfrm>
            <a:off x="9564624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22792" y="3611880"/>
            <a:ext cx="2468880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8787384" y="37490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87384" y="420624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5 kolom tak relevan, tambah 2 kolom fitur baru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Cleaning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Perubahan Signifikan pada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Job_Type: 39 variasi penulisan berbeda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Nama kolom: huruf kecil, tidak konsisten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Spasi berlebih pada 6 kolom teks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18.554 baris salary kosong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2.037 baris lowongan terduplikasi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60020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2194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Job_Type: disederhanakan menjadi 6 kategori standar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27889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Nama kolom: Title_Case konsisten (Job_Title, dst.)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72200" y="33832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Semua kolom teks bersih dari spasi berlebih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72200" y="39776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Salary kosong diberi label "Not Disclosed"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4572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Duplikat dihapus, data unik per lowongan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Dilakukan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kolom baru ditambahkan untuk memperkaya analisis pada Minggu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Location_State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negara bagian (2 huruf) diekstrak dari kolom Location menggunakan regex, misal “Madison, WI 53702” → “WI”.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89,4%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berhasil diekstrak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(17.846 dari 19.962)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Negara Bagian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– 2.792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– 2.059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– 1.597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– 815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5486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– 813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Job_Description_Length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karakter pada deskripsi pekerjaan — indikator seberapa detail sebuah lowongan dituliskan.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2.480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karakter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982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2.196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98280" y="4617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20.189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98280" y="5074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Final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 diserahkan ke Tim Data Analyst Senior untuk tahap Exploratory Data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2971800"/>
            <a:ext cx="5486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9476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19.962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9476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(−2.037 duplikat)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Kolom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2971800"/>
            <a:ext cx="548640" cy="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54964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96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(−5 drop, +2 baru)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Kolom Final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Job_Title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816352" y="461772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816352" y="4617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Job_Type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992624" y="461772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4617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168896" y="461772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168896" y="4617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345168" y="461772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29" name="Text 27"/>
          <p:cNvSpPr/>
          <p:nvPr/>
        </p:nvSpPr>
        <p:spPr>
          <a:xfrm>
            <a:off x="9345168" y="46177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40080" y="512064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20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816352" y="512064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33" name="Text 31"/>
          <p:cNvSpPr/>
          <p:nvPr/>
        </p:nvSpPr>
        <p:spPr>
          <a:xfrm>
            <a:off x="2816352" y="5120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992624" y="512064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EEF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92624" y="5120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Unique_ID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7168896" y="512064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7168896" y="5120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Location_State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9345168" y="5120640"/>
            <a:ext cx="2048256" cy="384048"/>
          </a:xfrm>
          <a:prstGeom prst="roundRect">
            <a:avLst>
              <a:gd name="adj" fmla="val 119048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9345168" y="512064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Job_Description_Length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64008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kolom baru hasil feature engineering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Awal Setelah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Job_Type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745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Lokasi Lowongan (Negara Bagian)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1874520"/>
          <a:ext cx="51206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4892040"/>
            <a:ext cx="5120640" cy="1097280"/>
          </a:xfrm>
          <a:prstGeom prst="roundRect">
            <a:avLst>
              <a:gd name="adj" fmla="val 5833"/>
            </a:avLst>
          </a:prstGeom>
          <a:solidFill>
            <a:srgbClr val="F7F8FA"/>
          </a:solidFill>
          <a:ln/>
        </p:spPr>
      </p:sp>
      <p:sp>
        <p:nvSpPr>
          <p:cNvPr id="9" name="Text 5"/>
          <p:cNvSpPr/>
          <p:nvPr/>
        </p:nvSpPr>
        <p:spPr>
          <a:xfrm>
            <a:off x="6629400" y="5029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84,2% data Salary tidak dicantumkan (16.731 dari 19.962 baris) — perlu digali sumber gaji alternatif pada tahap EDA.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Awal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 – Mini Project – Junior Data Analyst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2026-07-31T02:39:48Z</dcterms:created>
  <dcterms:modified xsi:type="dcterms:W3CDTF">2026-07-31T02:39:48Z</dcterms:modified>
</cp:coreProperties>
</file>